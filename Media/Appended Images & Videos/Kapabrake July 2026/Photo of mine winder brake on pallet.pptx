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289DD2-E8FA-411E-ADF8-38EC0807EF10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F85BD8-38D1-411D-95A0-D745A271AAB2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92295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F85BD8-38D1-411D-95A0-D745A271AAB2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2405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363F9-1C5C-AF43-CBFF-6F341253C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C79615-3094-CA50-5355-2763A4430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7472F-DA92-6D90-1D11-B571B5B36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54184-041C-3171-AFA6-81CA9A99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1ABB4-D056-8121-F1D4-0513EF814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29154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3ACD-799A-8295-4AC0-10B7FCEDE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2C538-E7CF-836F-AF6A-930465A74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BC0ED-0451-EB5A-13AD-85B3FDAC3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F4D6E-CA55-CC92-B989-E82BCA49D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1E337-F002-CE4F-F05C-8A8ED95FF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96816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5578-2FFB-6622-1706-9651FF51B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0B9E2-92A4-7BDC-B25A-91CE5141E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60E58-E889-661A-A885-6159CF87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1BA9D-8BC8-2EC0-CEAB-83007256B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E2D4C-FEED-6695-4EE6-1590693C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6269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A834E-F6CE-885E-19FD-3505C770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64C2A-03F7-99AC-AAA3-D642CC691B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27E1BA-BD2F-01E9-746F-F17D13FDD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A32DA6-4123-4EC5-0DF1-B18E6311D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E76A5-FA62-FF30-3992-06AD7B91A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3DD80-3873-11B0-ACFD-52B89792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3593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FA1B-C319-6EBA-66E0-0E9932C53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ADE02-464D-6142-9DD5-0F1CB8B00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9B6D21-099C-4989-0B14-FA3DCA6D4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E5F59-3511-C889-C15F-77E5D1F7D2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812FC3-EF97-A1B5-C437-7024C0FDBF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B1CC13-4E53-B7EC-8B93-6A96AD58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50090F-3F78-F11E-4003-88BA580CE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DEC5E4-EEF1-34DA-5FF0-CBF8383D9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6011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B2C42-B5F4-C363-BD10-5C578D532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1B3CB2-FC79-31C4-69DC-A4E25356B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43B4B-8C88-020F-E6FF-583B2D8C7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9906C-8666-B417-855D-3BCFEECF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7091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E0B22-15A7-5FE7-5877-C9F123BC8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891A96-A3A1-315B-6F60-572065F4B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C36BCB-90F2-906D-21A3-FD522E6B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7964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1F2F7-6B7C-7352-C5A3-F515AEB59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9DF50-17CE-6B15-0682-9CC9CD072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9B578-AAF7-799E-58C8-423F6605B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EADFA9-360A-03C6-FAE0-5A1BEDC51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A21A5-A687-AEF9-9137-1F0F876E6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AF60F-4FAD-6067-C57C-3071A1BA8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16659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5E9CF-3712-DC1A-B379-845C31B55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4BEAE-4C77-19BF-80C4-9EB69FF63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901B99-1956-DE80-F92D-B935AAF835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B4413-9549-9799-C4B3-1EC65A69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E18A69-3FB7-CE73-1560-5F46293C6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219251-C357-D04A-5969-7FEF6C5FD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41853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27DF3-FC05-57A3-F2A4-953C4D5DD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E05EAE-7181-523D-8211-BB743C10F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80769C-7F39-B5F6-E2F5-4F9E67AA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DF576D-1CE9-46A9-F7E6-C55340B0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0C33A-4D73-07E2-DD3A-27FD465F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2489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39A2D9-12F7-3631-9F93-4573F9F50A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30341-1176-5322-534B-E3CF4E7976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CE4C6-C1F8-4058-8922-3BF69EC49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0259-BDCD-4331-2CFE-BFAC9F54C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20F10-4C88-C18C-75B5-D0E105C4A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3912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9F34DD-C1EB-F13E-4780-563B43D42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52D9B-C819-CE7D-4D66-D3FC67C33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C1574-9CFA-A503-EA72-F45ED62CC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AD67C-0EB6-4361-95E4-3723A5229F5F}" type="datetimeFigureOut">
              <a:rPr lang="en-ZA" smtClean="0"/>
              <a:t>27 Jul 2026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855A8-04F2-F3E7-8CCD-172CE0787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CABD90-1F89-E931-D8B7-09FCED24D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F205DB-AEBE-4F36-AD37-15EE337B9C0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07262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C1E5815-D54C-487F-A054-6D4930ADE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5FD78A4-EE21-8D63-AEC9-5475CAC6FC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54" r="4823" b="1"/>
          <a:stretch>
            <a:fillRect/>
          </a:stretch>
        </p:blipFill>
        <p:spPr>
          <a:xfrm>
            <a:off x="1385662" y="35226"/>
            <a:ext cx="8602400" cy="6179308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208496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35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Frost</dc:creator>
  <cp:lastModifiedBy>Andrew Frost</cp:lastModifiedBy>
  <cp:revision>1</cp:revision>
  <dcterms:created xsi:type="dcterms:W3CDTF">2026-07-27T14:13:10Z</dcterms:created>
  <dcterms:modified xsi:type="dcterms:W3CDTF">2026-07-27T15:09:14Z</dcterms:modified>
</cp:coreProperties>
</file>