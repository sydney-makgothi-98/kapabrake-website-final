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6F7A-98DA-30B5-3E4C-F0D7F2AE4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7B21D-6847-FFDC-D10B-3BDA263E4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79B4E-F5F0-70F3-DDB8-CF09906B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B4BA8-F8C1-EED8-091C-1972B25D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659AB-CA5D-97AF-F260-6DDB6671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2373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82578-2D45-7013-0589-0D4901A6A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D96B9-7FEA-1CF0-CB2A-DB42219DF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09C78-1F3C-966A-B80A-620CD8E2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40443-42C6-7E33-21B3-F03596D3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3109-94B1-85B4-1AEE-41017208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212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0BED-8000-277A-2A9E-BFC7B474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3600C-0835-777F-384E-5A9CC2648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101C1-6C3B-5569-E6DA-F8C4D8AA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365B0-282C-32C3-030C-C58D26B5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F12E9-0463-3B0C-33EB-7E185340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9262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3028-9870-F9DB-905C-1AD8B1EE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5FA41-A0A6-7860-87BB-812881415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F0407-5A9A-954B-C5B8-41CF98A02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F02A7-9867-2A4B-6E13-871067D5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27556-A14D-6DA3-CDA7-7A408689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1D157-75F4-3D16-3A80-43C9622A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792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42EB-8CE2-F8F9-4C98-04DBA6AB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DB246-6EEA-A473-111E-00DFD9D1C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7A71-3D69-A042-FE15-73DDB210B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5AAB4-1F52-32FE-CD67-E20022821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30E3FB-D388-7529-F851-D52EC1606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A58EF-7200-419C-2A56-CA67630F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022CCF-81F6-E9BF-65A7-495A46E9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E66E9-C9AD-93AA-6625-985B21EB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943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5214-F58E-92C4-F9D1-5727610B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AB4C4-745C-D2A4-EB3E-2A2F111A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577E6-2DD9-33F1-EE5E-50F9DA65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7B7F5-0998-A325-5345-A3A81F88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031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9B9EC-52AD-61B9-44BC-DEBB6648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2A5BB-446E-CEF9-9A82-ADFF2C47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1DA56-D05B-C825-8453-0C115EC8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200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C674-81CC-A8F6-39D1-17B7434E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2700-2C5A-C7E0-B713-43E24E320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D900D-9242-C888-E47D-B474BE23E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B39BC-72CE-D05E-BF54-7455D6EBF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0C038-5692-FC61-C410-09288755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01753-A84F-7777-90C8-C98EAF57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132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165A-4AB4-E967-6818-117288208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76639-96D4-7724-7C25-AF947EFD3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1626F-DF11-6432-7012-25B714F57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25BD7-5B32-CA31-DEFB-D8F81E69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95C9F-D1E7-8C2F-832B-27780C7CA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A46FD-8363-49EC-6BB1-2D568902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5416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17885-4F83-608B-D298-BB2D4AE1B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2631D-B2E3-46A4-A04B-BF75F7AB7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1F3C5-658B-EC25-1A32-894ED92E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ECA3A-099E-F499-3E19-3E440D9A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49E5D-EE08-7428-AD2D-5307130AA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6502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73B80-F42E-C1D6-D91A-C2B86D14CC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39AF5-A4B4-620F-FC84-E7B9FFB74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A761D-C4A9-3A6F-AC5A-2BA43563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4328D-085F-268A-5252-9150E258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60752-1B55-28B9-A510-DFB16170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4157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98909-A483-7BFA-3712-0BDAE336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BE842-8FC0-0BF9-E02E-4F493DDA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EA3CB-9851-A0F4-327F-EF44B8233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6347C-CE0C-40FB-A673-94F990B91775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D485B-4AB8-0280-69D1-0D06449A8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A85C0-50F2-479A-7F14-48071FC29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1E1F1-E19B-46D8-B312-2249005216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366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C3D101-EABD-F4A7-F3C4-EC406BB732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1" t="9081" b="14209"/>
          <a:stretch>
            <a:fillRect/>
          </a:stretch>
        </p:blipFill>
        <p:spPr>
          <a:xfrm rot="5400000">
            <a:off x="2891623" y="-189581"/>
            <a:ext cx="6792214" cy="724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7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Frost</dc:creator>
  <cp:lastModifiedBy>Andrew Frost</cp:lastModifiedBy>
  <cp:revision>1</cp:revision>
  <dcterms:created xsi:type="dcterms:W3CDTF">2026-07-27T13:42:18Z</dcterms:created>
  <dcterms:modified xsi:type="dcterms:W3CDTF">2026-07-27T13:44:02Z</dcterms:modified>
</cp:coreProperties>
</file>