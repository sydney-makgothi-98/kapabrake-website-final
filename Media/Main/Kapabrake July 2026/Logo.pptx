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99" autoAdjust="0"/>
    <p:restoredTop sz="94660"/>
  </p:normalViewPr>
  <p:slideViewPr>
    <p:cSldViewPr snapToGrid="0">
      <p:cViewPr varScale="1">
        <p:scale>
          <a:sx n="90" d="100"/>
          <a:sy n="90" d="100"/>
        </p:scale>
        <p:origin x="77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9897B-BAA1-42E9-BB2B-AD51805413A9}" type="datetimeFigureOut">
              <a:rPr lang="en-ZA" smtClean="0"/>
              <a:t>2017/06/09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C53A9-5ABD-45AC-A57C-74922BA23EA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18889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9897B-BAA1-42E9-BB2B-AD51805413A9}" type="datetimeFigureOut">
              <a:rPr lang="en-ZA" smtClean="0"/>
              <a:t>2017/06/09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C53A9-5ABD-45AC-A57C-74922BA23EA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97619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9897B-BAA1-42E9-BB2B-AD51805413A9}" type="datetimeFigureOut">
              <a:rPr lang="en-ZA" smtClean="0"/>
              <a:t>2017/06/09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C53A9-5ABD-45AC-A57C-74922BA23EA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280243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9897B-BAA1-42E9-BB2B-AD51805413A9}" type="datetimeFigureOut">
              <a:rPr lang="en-ZA" smtClean="0"/>
              <a:t>2017/06/09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C53A9-5ABD-45AC-A57C-74922BA23EA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6899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9897B-BAA1-42E9-BB2B-AD51805413A9}" type="datetimeFigureOut">
              <a:rPr lang="en-ZA" smtClean="0"/>
              <a:t>2017/06/09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C53A9-5ABD-45AC-A57C-74922BA23EA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16796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9897B-BAA1-42E9-BB2B-AD51805413A9}" type="datetimeFigureOut">
              <a:rPr lang="en-ZA" smtClean="0"/>
              <a:t>2017/06/09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C53A9-5ABD-45AC-A57C-74922BA23EA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06833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9897B-BAA1-42E9-BB2B-AD51805413A9}" type="datetimeFigureOut">
              <a:rPr lang="en-ZA" smtClean="0"/>
              <a:t>2017/06/09</a:t>
            </a:fld>
            <a:endParaRPr lang="en-Z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C53A9-5ABD-45AC-A57C-74922BA23EA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055490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9897B-BAA1-42E9-BB2B-AD51805413A9}" type="datetimeFigureOut">
              <a:rPr lang="en-ZA" smtClean="0"/>
              <a:t>2017/06/09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C53A9-5ABD-45AC-A57C-74922BA23EA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75219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9897B-BAA1-42E9-BB2B-AD51805413A9}" type="datetimeFigureOut">
              <a:rPr lang="en-ZA" smtClean="0"/>
              <a:t>2017/06/09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C53A9-5ABD-45AC-A57C-74922BA23EA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85761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9897B-BAA1-42E9-BB2B-AD51805413A9}" type="datetimeFigureOut">
              <a:rPr lang="en-ZA" smtClean="0"/>
              <a:t>2017/06/09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C53A9-5ABD-45AC-A57C-74922BA23EA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645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9897B-BAA1-42E9-BB2B-AD51805413A9}" type="datetimeFigureOut">
              <a:rPr lang="en-ZA" smtClean="0"/>
              <a:t>2017/06/09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C53A9-5ABD-45AC-A57C-74922BA23EA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9307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49897B-BAA1-42E9-BB2B-AD51805413A9}" type="datetimeFigureOut">
              <a:rPr lang="en-ZA" smtClean="0"/>
              <a:t>2017/06/09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5C53A9-5ABD-45AC-A57C-74922BA23EA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19258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3523" y="0"/>
            <a:ext cx="71649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2075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Andrew Frost</dc:creator>
  <cp:lastModifiedBy>Andrew Frost</cp:lastModifiedBy>
  <cp:revision>1</cp:revision>
  <dcterms:created xsi:type="dcterms:W3CDTF">2017-06-09T09:00:50Z</dcterms:created>
  <dcterms:modified xsi:type="dcterms:W3CDTF">2017-06-09T09:01:23Z</dcterms:modified>
</cp:coreProperties>
</file>