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0F7BE-4DA8-0748-ECA3-DBC6D2AAD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139C1-A922-A8F6-E3D3-62FBF8AF9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F17AF-A35A-F99F-0D7C-6BB0B944C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B908A-6CF6-46AB-9F3E-A438D016B11C}" type="datetimeFigureOut">
              <a:rPr lang="en-ZA" smtClean="0"/>
              <a:t>24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24A3B-0C5A-0C2B-B6AD-CCB437B8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CEF0-96EF-F58A-54E0-4F961D29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E29E-DD7B-48B5-BAD9-770E4D197F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94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E1DC6-F65A-09BA-45BC-3BCD3581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730BB-4A7D-3FC9-3E83-FD01EB570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820F-CB8C-066D-1D2A-7459AB30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B908A-6CF6-46AB-9F3E-A438D016B11C}" type="datetimeFigureOut">
              <a:rPr lang="en-ZA" smtClean="0"/>
              <a:t>24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E710E-9074-B5AE-278F-855EDA300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18BC4-EC23-1BFC-2B52-5737A3BB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E29E-DD7B-48B5-BAD9-770E4D197F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1795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4714-56DD-38F4-ABA4-3796E26FF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5BC1D-4B12-D269-318E-F2C91DD59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7D90C-F350-2124-1241-7105ECFAB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B908A-6CF6-46AB-9F3E-A438D016B11C}" type="datetimeFigureOut">
              <a:rPr lang="en-ZA" smtClean="0"/>
              <a:t>24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05367-4966-14A2-6DF8-1E5C3572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A430E-179F-2CE0-C2DD-365A2895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E29E-DD7B-48B5-BAD9-770E4D197F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053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1DA4-FC50-3301-7F63-EAB664FCD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B750F-0C5D-15E2-4EF1-B66539219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45E13-1878-557E-E4F2-87BA8CDC9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D512A-EFFC-2D76-00C0-AA77CE91F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B908A-6CF6-46AB-9F3E-A438D016B11C}" type="datetimeFigureOut">
              <a:rPr lang="en-ZA" smtClean="0"/>
              <a:t>24 Jul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69F71-2318-EC7D-E204-300886090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1A7FA-BDAF-58B1-3731-914F98C7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E29E-DD7B-48B5-BAD9-770E4D197F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6473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70ED-35ED-CEAD-A95D-7363EDAD8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90C1F-8020-CC37-D59B-77EA0E5FA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946D98-57BF-2C6D-473C-B217BF41E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5388C-6F69-75D6-0BED-4FE2753DD9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3B62D-93D9-E29A-38FD-928796374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B1B1B1-3713-ED2F-5D19-EFEA77AC9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B908A-6CF6-46AB-9F3E-A438D016B11C}" type="datetimeFigureOut">
              <a:rPr lang="en-ZA" smtClean="0"/>
              <a:t>24 Jul 2026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822FDE-D39E-C9B9-A40E-9E86E5239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81E7A1-FEB2-1B51-0B71-A7360E89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E29E-DD7B-48B5-BAD9-770E4D197F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9950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8D532-D78C-0A58-06F7-1C9287024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A7E39A-37DA-ED75-2A70-3194663AD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B908A-6CF6-46AB-9F3E-A438D016B11C}" type="datetimeFigureOut">
              <a:rPr lang="en-ZA" smtClean="0"/>
              <a:t>24 Jul 2026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B8CE9A-B07D-0910-E865-9CB935E56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B915E-EC7E-A20D-F523-BEF47987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E29E-DD7B-48B5-BAD9-770E4D197F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0245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525476-6D43-5275-58CD-54FD0A0B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B908A-6CF6-46AB-9F3E-A438D016B11C}" type="datetimeFigureOut">
              <a:rPr lang="en-ZA" smtClean="0"/>
              <a:t>24 Jul 2026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AA3434-0E0F-E0A7-358B-86C0659F8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BB978-AD29-4531-5387-B24DEA5A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E29E-DD7B-48B5-BAD9-770E4D197F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120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12D58-955F-8397-6B61-9F40C097B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0B2C2-EC53-399F-1BA8-64A1C4E2E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3B738-9D02-43AE-922C-B70E51A86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B109A-2E43-15B9-99CE-D7A8F850A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B908A-6CF6-46AB-9F3E-A438D016B11C}" type="datetimeFigureOut">
              <a:rPr lang="en-ZA" smtClean="0"/>
              <a:t>24 Jul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18BE0-78EE-0960-CA38-040913B94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8D82C-3791-2A86-DC04-9527C17B2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E29E-DD7B-48B5-BAD9-770E4D197F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679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02BE-B54C-3A3B-90BE-F6A32AFF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25A1E7-AC6C-6028-2BE2-4BD2FEEF2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67935-D1BA-C83B-24D1-A26BEBC80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AE5DA-EF9F-0C2E-F1EB-85DDFE62E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B908A-6CF6-46AB-9F3E-A438D016B11C}" type="datetimeFigureOut">
              <a:rPr lang="en-ZA" smtClean="0"/>
              <a:t>24 Jul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79822-3101-C8A3-BCE1-0272F7675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DE6A2-7B60-EC21-5E22-05019B6F1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E29E-DD7B-48B5-BAD9-770E4D197F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1258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3B0F-29AB-3DD5-522A-1C6762C97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C3B77-9ECB-641D-A120-AE50D6833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BECC7-4242-FD81-9C9A-518F03198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B908A-6CF6-46AB-9F3E-A438D016B11C}" type="datetimeFigureOut">
              <a:rPr lang="en-ZA" smtClean="0"/>
              <a:t>24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EC954-9831-BB6F-F353-943902F14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A20F8-3177-6C34-A737-64DFF6A4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E29E-DD7B-48B5-BAD9-770E4D197F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64485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225C4-807C-14D4-B9C1-530B49AD2C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C8E4DE-A6AF-729F-3B80-8D2083DB9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2A13E-2220-6A45-84C6-FDE15F6C6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B908A-6CF6-46AB-9F3E-A438D016B11C}" type="datetimeFigureOut">
              <a:rPr lang="en-ZA" smtClean="0"/>
              <a:t>24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EF0D3-F08C-F1DE-0503-0C605445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B3366-19CF-82D1-E612-BFC02F43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E29E-DD7B-48B5-BAD9-770E4D197F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607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B6BE6-4908-F3AC-E481-93DB4B6D0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BD735-5273-8117-CF9D-6308FB10E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C421B-13D0-B8CB-B948-9FCE4A1EC4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B908A-6CF6-46AB-9F3E-A438D016B11C}" type="datetimeFigureOut">
              <a:rPr lang="en-ZA" smtClean="0"/>
              <a:t>24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ADBA6-5CC8-D47B-FCF0-89912BD8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FF6B8-3994-05F5-1C58-BEE77A99A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FE29E-DD7B-48B5-BAD9-770E4D197F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788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3A56-EDC4-6488-6273-A568094B72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Just a small sample of the vessels supplied by Kapabrake…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FB604-1551-2489-B59D-A5EDB5AB98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3564" y="4184842"/>
            <a:ext cx="9144000" cy="1655762"/>
          </a:xfrm>
        </p:spPr>
        <p:txBody>
          <a:bodyPr/>
          <a:lstStyle/>
          <a:p>
            <a:r>
              <a:rPr lang="en-US" dirty="0"/>
              <a:t>Can we have the photos under the Marine section on a repeating roll?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77694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11C649-5F90-C053-E3E1-D4DA5ED48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990600"/>
            <a:ext cx="73152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91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917B640-4D4A-EEEA-F610-5C2D49F43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0"/>
            <a:ext cx="9529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67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5F4FDD-E494-6287-2690-1CC033C4B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990600"/>
            <a:ext cx="73152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876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03BB07-21BC-CCE7-0CD6-997E07F79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990600"/>
            <a:ext cx="73152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07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F4FFD2-5BBC-4D9A-DC22-AE7587567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371600"/>
            <a:ext cx="73152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93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627A33-3DD0-B585-0C43-39B5F5F18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895350"/>
            <a:ext cx="76200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74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E9196E-3751-7C78-CCBD-916AA361E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00112"/>
            <a:ext cx="7620000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53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F22120-A4B5-D8E6-A328-1BC56C180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995362"/>
            <a:ext cx="731520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73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8EE6E0-6F58-C88C-ACF2-F3765E6A1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062037"/>
            <a:ext cx="73152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55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EB13E8-8948-3D30-5A4F-52AAF8047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463" y="573258"/>
            <a:ext cx="10315124" cy="537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61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C23C8C-260E-47E9-2C47-1C5F40DC5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9" y="314011"/>
            <a:ext cx="7810919" cy="585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891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8D2A44-4547-A7C7-7A58-1D5D57E4B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52512"/>
            <a:ext cx="762000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717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8963CA-B0C6-BBD8-714C-7963368D6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890587"/>
            <a:ext cx="76200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21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8724</TotalTime>
  <Words>25</Words>
  <Application>Microsoft Office PowerPoint</Application>
  <PresentationFormat>Widescreen</PresentationFormat>
  <Paragraphs>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Just a small sample of the vessels supplied by Kapabrake…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Frost</dc:creator>
  <cp:lastModifiedBy>Andrew Frost</cp:lastModifiedBy>
  <cp:revision>3</cp:revision>
  <dcterms:created xsi:type="dcterms:W3CDTF">2024-05-13T10:50:58Z</dcterms:created>
  <dcterms:modified xsi:type="dcterms:W3CDTF">2026-07-24T07:32:05Z</dcterms:modified>
</cp:coreProperties>
</file>